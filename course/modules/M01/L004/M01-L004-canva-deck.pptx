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7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61443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047" y="196472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You can understand and say the digits needed for age, room numbers, and basic counting.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047" y="264922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You can recycle recent vocabulary while using number pronunciation control in short controlled output.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047" y="333373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Say your age, count objects, and give a simple number clearly.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01826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Recognize slowly spoken digits in age and number contexts.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0 to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 | sǔun | 0 — zero</a:t>
            </a:r>
          </a:p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 | nùeng | 1 — one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6 to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six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 | hòk | 6 — six</a:t>
            </a:r>
          </a:p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 | jèt | 7 — seven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054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for a number and say your 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7570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Show the two practical patterns: </a:t>
            </a:r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question and </a:t>
            </a:r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อายุ...ปี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 ... bpii)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answer frame.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27632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ber à-rai | what number?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78024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อายุ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87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อายุ...ปี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 ... bpii)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aa-yú ... bpii | ... years 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28416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(bpii)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381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ผมอายุ...ปี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... bpii)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phǒm aa-yú ... bpii | I am ... years old (male)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78808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288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... bpii)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chǎn aa-yú ... bpii | I am ... years old (female)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1389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Practise aloud</a:t>
            </a:r>
          </a:p>
        </p:txBody>
      </p:sp>
      <p:sp>
        <p:nvSpPr>
          <p:cNvPr id="16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0913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374" y="720278"/>
            <a:ext cx="7030500" cy="6219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</a:t>
            </a:r>
            <a:r>
              <a:rPr sz="30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86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vs </a:t>
            </a:r>
            <a:r>
              <a:rPr sz="30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86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9332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Contrast </a:t>
            </a:r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่ (four) and สี (colour) with tone direction arrows.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33" y="1623118"/>
            <a:ext cx="1645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Direct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488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four (low tone)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5146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| sìi | four — low tone (voice stays 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94866"/>
            <a:ext cx="1828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Softener</a:t>
            </a:r>
          </a:p>
        </p:txBody>
      </p:sp>
      <p:sp>
        <p:nvSpPr>
          <p:cNvPr id="11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976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9213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Support the roleplay recording with clean turn-taking.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3958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93" y="172136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909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743" y="204820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เบอร์ห้องอะไรคะ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ber hâwng à-rai khá)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93" y="248259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is the room number?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83" y="296265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93" y="287813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ห้า-ศูนย์-สองครับ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(hâa-sǔun-sǎawng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93" y="3253010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Five-zero-two.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83" y="372620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93" y="366677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คุณอายุเท่าไหร่คะ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 khun aa-yú thâo-rài khá)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72527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Okay. How old are you?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795" y="448976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755" y="436629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ผมอายุสามสิบปีครับ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sǎam-sìp bpii khráp)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93" y="475953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thirty years old.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33" y="525329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7543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ขอบคุณค่ะ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 khàawp-khun khâ)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93" y="557111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Okay. Thank you.</a:t>
            </a:r>
          </a:p>
        </p:txBody>
      </p:sp>
      <p:sp>
        <p:nvSpPr>
          <p:cNvPr id="23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7970" y="101551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7694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 0 to 5 in Thai.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3745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Now 6 to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55" y="30979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ask 'what number?'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8617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'I am 30 years old' in Thai.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55" y="441283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low tone. What happens with a rising tone?</a:t>
            </a:r>
          </a:p>
        </p:txBody>
      </p:sp>
      <p:sp>
        <p:nvSpPr>
          <p:cNvPr id="9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hear, repeat, and produce Thai digits 0-10 in room-number, counting, and simple age exchanges.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