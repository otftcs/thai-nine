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Teach the first six Thai digits with listen-repeat-use.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ศูนย์, หนึ่ง, สอง, สาม, สี่, ห้า. Now backwards.</a:t>
            </a:r>
          </a:p>
          <a:p>
            <a:r>
              <a:t>• Pause-and-produce: I say a number in English. Say the Thai before I show it. Two. Four. Zero. Five.</a:t>
            </a:r>
          </a:p>
          <a:p>
            <a:r>
              <a:t>• Room number drill: room 301? สาม-ศูนย์-หนึ่ง. Room 205? สอง-ศูนย์-ห้า.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Complete the digit set and practise the full 0-10 count in queue and floor scenarios.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Response-building: I ask เบอร์อะไร. Room 409? สี่-ศูนย์-เก้า. Room 108? หนึ่ง-ศูนย์-แปด.</a:t>
            </a:r>
          </a:p>
          <a:p>
            <a:r>
              <a:t>• Substitution: build your age sentence. Thirty? ผมอายุสามสิบปีครับ. Twenty-five? ฉันอายุยี่สิบห้าปีค่ะ.</a:t>
            </a:r>
          </a:p>
          <a:p>
            <a:r>
              <a:t>• Pause-and-produce: someone asks คุณอายุเท่าไหร่. Say your real age in Thai.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สี่ sìi — repeat low. สี sǐi — repeat rising.</a:t>
            </a:r>
          </a:p>
          <a:p>
            <a:r>
              <a:t>• Minimal pair: I say one. Is it four or colour? Answer before I show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17550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08406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sǔun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nùeng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sǎawng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hòk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jèt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bpàet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gâo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20640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55046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5413248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603504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943600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Seven?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Ten?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Eight?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Six?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Nine?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ber à-rai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aa-yú ... bpii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aa-yú ... bpii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aa-yú ... bpii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sǐi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gâo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 ber hâwng à-rai khá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hâa-sǔun-sǎawng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 khun aa-yú thâo-rài khá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aa-yú sǎam-sìp bpii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768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854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60604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1460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9352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84378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26440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17296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8620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706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