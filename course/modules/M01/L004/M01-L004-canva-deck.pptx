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You can understand and say the digits needed for age, room numbers, and basic counting.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You can recycle recent vocabulary while using number pronunciation control in short controlled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your age, count objects, and give a simple number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Recognize slowly spoken digits in age and number contexts.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 | sǔun | 0 — zero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 | nùeng | 1 — one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 | hòk | 6 — six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 | jèt | 7 — seven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Show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question and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answer 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ber à-rai | what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อายุ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aa-yú ... bpii | ... years 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...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phǒm aa-yú ... bpii | I am ... years old (male)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chǎn aa-yú ... bpii | I am ... years 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ผม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aloud</a:t>
            </a:r>
          </a:p>
        </p:txBody>
      </p:sp>
      <p:sp>
        <p:nvSpPr>
          <p:cNvPr id="16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86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86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Contrast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่ (four) and สี (colour) with tone arrows.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Direct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four (low tone)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| sìi | four — low tone (voice stays 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Softener</a:t>
            </a:r>
          </a:p>
        </p:txBody>
      </p:sp>
      <p:sp>
        <p:nvSpPr>
          <p:cNvPr id="11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Support the roleplay recording with clean turn-taking.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ber hâwng à-rai khá)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