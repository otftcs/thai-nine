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32731" y="1325880"/>
            <a:ext cx="2828422" cy="224028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-03-digits-0-to-5-thai-number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323" y="1490472"/>
            <a:ext cx="2506648" cy="1901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33899" y="3849624"/>
            <a:ext cx="246266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Visual rationale</a:t>
            </a:r>
          </a:p>
        </p:txBody>
      </p:sp>
      <p:sp>
        <p:nvSpPr>
          <p:cNvPr id="9" name="Oval 8"/>
          <p:cNvSpPr/>
          <p:nvPr/>
        </p:nvSpPr>
        <p:spPr>
          <a:xfrm>
            <a:off x="5033899" y="42336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80203" y="4142232"/>
            <a:ext cx="232550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 simple 0-5 digit chart with Arabic numerals helps visual anchoring.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25880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39903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170992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130552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2203704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514600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35224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008376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319272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39896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3813048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123944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544568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617720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4928616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349240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" y="545896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42239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573328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6483096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36" name="Oval 35"/>
          <p:cNvSpPr/>
          <p:nvPr/>
        </p:nvSpPr>
        <p:spPr>
          <a:xfrm>
            <a:off x="932688" y="686714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6775704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backwards.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3889080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343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3431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784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624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710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count 0 to 10 from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... years 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... bpii)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6775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3" name="Oval 22"/>
          <p:cNvSpPr/>
          <p:nvPr/>
        </p:nvSpPr>
        <p:spPr>
          <a:xfrm>
            <a:off x="932688" y="7159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7068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409?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Room 108?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-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— low tone (voice stays 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— rising tone (voice lifts)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3889080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4318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43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— falling tone (voice drops)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sìi — repeat low.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sǐi — repeat rising.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ber hâwng à-rai 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