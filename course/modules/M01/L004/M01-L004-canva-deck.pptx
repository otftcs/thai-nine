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4924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545896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42239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573328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643737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31" name="Oval 30"/>
          <p:cNvSpPr/>
          <p:nvPr/>
        </p:nvSpPr>
        <p:spPr>
          <a:xfrm>
            <a:off x="932688" y="682142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8992" y="672998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backwards.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25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count 0 to 10 from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... years 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... bpii)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72998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3" name="Oval 22"/>
          <p:cNvSpPr/>
          <p:nvPr/>
        </p:nvSpPr>
        <p:spPr>
          <a:xfrm>
            <a:off x="932688" y="711403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702259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409?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108?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— low tone (voice stays 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— rising tone (voice lifts)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— falling tone (voice drops)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sìi — repeat low.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sǐi — repeat rising.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ber hâwng à-rai 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