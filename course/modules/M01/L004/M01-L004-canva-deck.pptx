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Numbers 0 to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  <p:sp>
        <p:nvSpPr>
          <p:cNvPr id="7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061443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047" y="196472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1. You can understand and say the digits needed for age, room numbers, and basic counting.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047" y="2649225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2. You can recycle recent vocabulary while using number pronunciation control in short controlled output.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047" y="333373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3. Say your age, count objects, and give a simple number clearly.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018260"/>
            <a:ext cx="6217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4. Recognize slowly spoken digits in age and number contexts.</a:t>
            </a:r>
          </a:p>
        </p:txBody>
      </p:sp>
      <p:sp>
        <p:nvSpPr>
          <p:cNvPr id="8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1719200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1582106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The first six digits: 0 to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2988" y="2332605"/>
            <a:ext cx="5303400" cy="1042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374675"/>
            <a:ext cx="53034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zero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42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 | sǔun | zero</a:t>
            </a:r>
          </a:p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 | nùeng | one</a:t>
            </a:r>
          </a:p>
        </p:txBody>
      </p:sp>
      <p:sp>
        <p:nvSpPr>
          <p:cNvPr id="8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80913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29374" y="720278"/>
            <a:ext cx="7030500" cy="6219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Finish the set: 6 to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93328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Contrast the sound-shapes of 6-10 so you can see which are short/clipped and which are longer.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33" y="1623118"/>
            <a:ext cx="16458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Direct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21488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5146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| hòk | six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291840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(jèt)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338328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seven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7490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เจ็ด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(jèt)</a:t>
            </a:r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| jèt | seven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94866"/>
            <a:ext cx="1828800" cy="27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Softener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22" y="5029235"/>
            <a:ext cx="2286000" cy="7770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670" y="5120700"/>
            <a:ext cx="36576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670" y="5486348"/>
            <a:ext cx="36576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| bpàet | eight</a:t>
            </a:r>
          </a:p>
        </p:txBody>
      </p:sp>
      <p:sp>
        <p:nvSpPr>
          <p:cNvPr id="17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94913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552443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for a number and say your 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Anchor digit use in a real-world number context and show the age pattern as a fill-in frame.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659140"/>
            <a:ext cx="5029200" cy="85820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475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number?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63303"/>
            <a:ext cx="5029200" cy="845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ฉันอายุ...ปี</a:t>
            </a:r>
            <a:r>
              <a:rPr sz="167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aa-yú ... bpii)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865000"/>
            <a:ext cx="5029200" cy="2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 am ... years old</a:t>
            </a:r>
          </a:p>
        </p:txBody>
      </p:sp>
      <p:sp>
        <p:nvSpPr>
          <p:cNvPr id="10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642588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505418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Numbers in real exchanges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75703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Show combined exchanges that use digits with pronouns and courtesy phrases as a unified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27632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1. ฉัน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17373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คุณอายุเท่าไหร่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aa-yú thâo-rài)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| khun aa-yú thâo-rài | how old are you?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478024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2. เขา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25877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ฉันอายุแปดปี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aa-yú bpàet bpii)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| chǎn aa-yú bpàet bpii | I am eight years 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328416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3. 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4381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ขอโทษครับ / 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 khráp / khâ)</a:t>
            </a:r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| khǎaw-thôot khráp / khâ | excuse me (polite)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78808"/>
            <a:ext cx="32004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4. 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428853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Practise aloud</a:t>
            </a:r>
          </a:p>
        </p:txBody>
      </p:sp>
      <p:sp>
        <p:nvSpPr>
          <p:cNvPr id="14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7" y="1719200"/>
            <a:ext cx="12105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63268" y="1582106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 beat: low tone vs rising 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2988" y="2332605"/>
            <a:ext cx="5303400" cy="10420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374675"/>
            <a:ext cx="53034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four (low tone)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42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 | sìi | four (low tone — voice stays low and flat)</a:t>
            </a:r>
          </a:p>
          <a:p>
            <a:pPr algn="l"/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 | sǐi | colour (rising tone — voice lifts up)</a:t>
            </a:r>
          </a:p>
        </p:txBody>
      </p:sp>
      <p:sp>
        <p:nvSpPr>
          <p:cNvPr id="8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42976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92138"/>
            <a:ext cx="6858000" cy="3657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Support the roleplay recording with clean turn-taking.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33958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93" y="172136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909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743" y="204820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ห้องเบอร์อะไรคะ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hâawng ber à-rai khá)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93" y="248259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 What is the room number?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83" y="296265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93" y="287813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ห้า-ศูนย์-สองครับ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(hâa-sǔun-sǎawng khráp)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93" y="3253010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Five-zero-two.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83" y="3726205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93" y="366677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 คุณอายุเท่าไหร่คะ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(khâ khun aa-yú thâo-rài khá)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072527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Okay. How old are you?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1795" y="448976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755" y="4366290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ผมอายุสิบปีครับ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aa-yú sìp bpii khráp)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93" y="475953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ten years old.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633" y="5253290"/>
            <a:ext cx="1097400" cy="29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175433"/>
            <a:ext cx="5303400" cy="41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สิบปีค่ะ ขอบคุณค่ะ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 bpii khâ khàawp-khun khâ)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93" y="5571112"/>
            <a:ext cx="5303400" cy="320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Ten years old. Thank you.</a:t>
            </a:r>
          </a:p>
        </p:txBody>
      </p:sp>
      <p:sp>
        <p:nvSpPr>
          <p:cNvPr id="23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37970" y="1015518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77694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count from zero to ten in Thai. Say each digit aloud before looking back: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(sǔun)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(nùeng)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สอง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(sǎawng)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สาม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(sǎam)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(hâa)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(jèt)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3745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ask for a room number or table number?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55" y="309794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say I am eight years old?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ฉันอายุแปดปี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aa-yú bpàet bpii)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pronoun, then อายุ, then the number, then ปี.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68617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is the difference between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sìi and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(sǐi)</a:t>
            </a:r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sǐi? Low tone means four. Rising tone means colour.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55" y="4412835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If you miss a number, what do you say?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 or 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ขอโทษ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(khǎaw-thôot)</a:t>
            </a:r>
            <a:r>
              <a:rPr sz="16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ค่ะ, then listen again.</a:t>
            </a:r>
          </a:p>
        </p:txBody>
      </p:sp>
      <p:sp>
        <p:nvSpPr>
          <p:cNvPr id="9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37160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6858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hear, repeat, and produce Thai digits 0-10 in room-number, counting, and simple age exchanges.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6858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  <p:sp>
        <p:nvSpPr>
          <p:cNvPr id="8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