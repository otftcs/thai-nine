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ศูนย์, หนึ่ง, สอง. Say each one clearly after me.</a:t>
            </a:r>
          </a:p>
          <a:p>
            <a:r>
              <a:t>• Pause-and-produce: count from zero to two in Thai. Go.</a:t>
            </a:r>
          </a:p>
          <a:p>
            <a:r>
              <a:t>• Discrimination drill: I say a number. Is it ศูนย์, หนึ่ง, or สอง? Point to the answer.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สาม, สี่, ห้า. Say each one after me.</a:t>
            </a:r>
          </a:p>
          <a:p>
            <a:r>
              <a:t>• Pause-and-produce: count from zero to five in Thai. Go.</a:t>
            </a:r>
          </a:p>
          <a:p>
            <a:r>
              <a:t>• Substitution drill: I say a numeral. You say the Thai word. 3 — your turn. 1 — your turn. 5 — your turn. 0 — your turn.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หก, เจ็ด, แปด. Say each one after me.</a:t>
            </a:r>
          </a:p>
          <a:p>
            <a:r>
              <a:t>• Pause-and-produce: count from zero to eight. Go.</a:t>
            </a:r>
          </a:p>
          <a:p>
            <a:r>
              <a:t>• Discrimination drill: I say a number between zero and eight. Say the English meaning before I show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Response-building: I ask เบอร์อะไรครับ. Give me a three-digit number using Thai digits. Your turn.</a:t>
            </a:r>
          </a:p>
          <a:p>
            <a:r>
              <a:t>• Substitution drill: say your age using ฉันอายุ...ปี. Try with สิบ, then with เก้า, then with ห้า.</a:t>
            </a:r>
          </a:p>
          <a:p>
            <a:r>
              <a:t>• Substitution drill: say a room number using ห้อง. Try ห้องสาม, ห้องหก, ห้องสิบ.</a:t>
            </a:r>
          </a:p>
          <a:p>
            <a:r>
              <a:t>• Pause-and-produce: I say a room number in English. You say it in Thai. Room 4 — your turn. Room 9 — your turn.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สาม. Repeat. Now I say ห้า. Repeat. Can you hear the tone difference?</a:t>
            </a:r>
          </a:p>
          <a:p>
            <a:r>
              <a:t>• Minimal pair choice: I say two numbers. Which one has the rising tone — สาม or ห้า? Point before I tell you.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17550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08406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Zero, one, two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sǔun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nùeng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sǎawng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Three, four, five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Six, seven, eight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hòk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jèt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bpàaet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Nine, ten — the full 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gâo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120640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55046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541324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each one after me.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58338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742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count from zero to ten in Thai. The full sequence. 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in real life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ber à-rai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 aa-yú ... bpii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ห้อง...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hâwng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room 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tones in Thai numbers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rising tone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ห้องอะไรคะ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 hâwng à-rai khá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ห้องห้าครับ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hâwng hâa khráp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Room five.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อายุเท่าไหร่คะ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aa-yú thâo-rài khá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ฉันอายุสามสิบปีครับ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 aa-yú sǎam-sìp bpii khráp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 years old.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เบอร์อะไรคะ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ber à-rai khá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What is your number?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768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854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6 to 10 in Thai. Go.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60604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1460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ask 'what number?' in Thai?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9352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84378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ten years old'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26440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17296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'room seven' in Thai.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'room seven' in Thai.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to ten, say your age, ask for a number, and give a room number in Thai.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6609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6946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