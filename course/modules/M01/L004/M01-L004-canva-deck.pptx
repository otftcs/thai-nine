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You can understand and say the digits needed for age, room numbers, and basic counting.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You can recycle recent vocabulary while using number pronunciation control in short controlled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Say your age, count objects, and give a simple number clearly.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Recognize slowly spoken digits in age and number contexts.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first six digits: 0 to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 | sǔun | zero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 | nùeng | one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Finish the set: 6 to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 | hòk | six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 | jèt | seven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for a number and say your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Anchor digit use in a real-world number context and show the age pattern as a fill-in 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  <p:sp>
        <p:nvSpPr>
          <p:cNvPr id="10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in real exchanges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Show combined exchanges that use digits with pronouns and courtesy phrases as a unified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คุณอายุเท่าไหร่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aa-yú thâo-rài)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khun aa-yú thâo-rài | how old are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ฉันอายุแปดปี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bpàet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chǎn aa-yú bpàet bpii | I am eight years 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/ 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/ khâ)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khǎaw-thôot khráp / khâ | excuse me (polite)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aloud</a:t>
            </a:r>
          </a:p>
        </p:txBody>
      </p:sp>
      <p:sp>
        <p:nvSpPr>
          <p:cNvPr id="14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 beat: low tone vs rising 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(low tone)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 | sìi | four (low tone — voice stays low and flat)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 | sǐi | colour (rising tone — voice lifts up)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Support the roleplay recording with clean turn-taking.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ห้องเบอร์อะไรคะ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hâawng ber à-rai khá)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is the room number?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Five-zero-two.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Okay. How old are you?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ผมอายุสิบปีครับ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sìp bpii khráp)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ten years 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สิบปีค่ะ ขอบคุณค่ะ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 bpii khâ khàawp-khun khâ)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Ten years old. Thank you.</a:t>
            </a:r>
          </a:p>
        </p:txBody>
      </p:sp>
      <p:sp>
        <p:nvSpPr>
          <p:cNvPr id="23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ask 'what number?'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8 years old' in Thai.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low tone. What happens with a rising tone?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hear, repeat, and produce Thai digits 0-10 in room-number, counting, and simple age exchanges.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