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Listen and repeat: ศูนย์, หนึ่ง, สอง, สาม, สี่, ห้า. Now backwards.</a:t>
            </a:r>
          </a:p>
          <a:p>
            <a:r>
              <a:t>• Pause-and-produce: I say a number in English. Say the Thai before I show it. Two. Four. Zero. Five.</a:t>
            </a:r>
          </a:p>
          <a:p>
            <a:r>
              <a:t>• Room number drill: room 301? สาม-ศูนย์-หนึ่ง. Room 205? สอง-ศูนย์-ห้า. Your turn.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Response-building: I ask เบอร์อะไร. Room 409? สี่-ศูนย์-เก้า. Room 108? หนึ่ง-ศูนย์-แปด.</a:t>
            </a:r>
          </a:p>
          <a:p>
            <a:r>
              <a:t>• Substitution: build your age sentence. Thirty? ผมอายุสามสิบปีครับ. Twenty-five? ฉันอายุยี่สิบห้าปีค่ะ.</a:t>
            </a:r>
          </a:p>
          <a:p>
            <a:r>
              <a:t>• Pause-and-produce: someone asks คุณอายุเท่าไหร่. Say your real age in Thai.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Tone echo: สี่ sìi — repeat low. สี sǐi — repeat rising.</a:t>
            </a:r>
          </a:p>
          <a:p>
            <a:r>
              <a:t>• Minimal pair: I say one. Is it four or colour? Answer before I show it.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0710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707105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70710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Numbers 0 to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42611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464515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45537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understand and say the digits needed for age, room numbers, and basic counting.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495604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48646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your age, count objects, and give a simple number clearly.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understand and say the digits needed for age, room numbers, and basic counting.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recycle recent vocabulary while using number pronunciation control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your age, count objects, and give a simple number clearly.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Recognize slowly spoken digits in age and number contexts.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Digits 0 to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435608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399032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(sǔun)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709928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0 — zero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30552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240280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203704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หนึ่ง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(nùeng)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2514600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1 — 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35224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3044952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008376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สอง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(sǎawng)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3319272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2 — two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39896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3849624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381304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สาม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4123944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3 — three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544568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4654296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461772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4928616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4 — four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349240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68680" y="5458968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2" y="5422392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(hâa)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" y="5733288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5 — five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Digits 6 to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435608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399032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(hòk)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709928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6 — six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30552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240280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203704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เจ็ด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(jèt)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2514600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7 — seven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35224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3044952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008376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แปด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(bpàet)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3319272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8 — eight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39896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3849624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381304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(gâo)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4123944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9 — nine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544568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4654296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461772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สิบ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4928616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10 — ten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563270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7" name="Oval 26"/>
          <p:cNvSpPr/>
          <p:nvPr/>
        </p:nvSpPr>
        <p:spPr>
          <a:xfrm>
            <a:off x="932688" y="60167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2" y="59253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(hòk)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เจ็ด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(jèt)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แปด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(bpàet)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(gâo)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สิบ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(sìp)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Now count 0 to 10 from memory.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what number and say your 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เบอร์อะไร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(ber à-rai)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what number?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0604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80720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71576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อายุ...ปี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(aa-yú ... bpii)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48386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... years old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8620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408736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99592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ผมอายุ...ปี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aa-yú ... bpii)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476402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 am ... years old (male)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16636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536752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527608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ฉันอายุ...ปี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aa-yú ... bpii)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604418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 am ... years old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</a:t>
            </a:r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vs </a:t>
            </a:r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(sǐi)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four — low tone (voice stays low)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(sǐi)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colour — rising tone (voice lifts)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(gâo)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nine — falling tone (voice drops)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35331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2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4708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 เบอร์ห้องอะไรคะ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 ber hâwng à-rai khá)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13055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 What room number?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62432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ห้า-ศูนย์-สองครับ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(hâa-sǔun-sǎawng khráp)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90779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502.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2900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40156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 คุณอายุเท่าไหร่คะ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 khun aa-yú thâo-rài khá)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68503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How old are you?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17880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ผมอายุสามสิบปีครับ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aa-yú sǎam-sìp bpii khráp)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46227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 am thirty.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983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495604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ขอบคุณค่ะ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khâ)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23951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56362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85623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Count 0 to 5 in Thai. Go.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25856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16712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Now 6 to 10.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256946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478024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'what number?'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เบอร์อะไร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(ber à-rai)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2880360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2788920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'I am 30 years old' in Thai.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319125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099816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is low tone. Rising tone means what?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30682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4690872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459943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is low tone. Rising tone means what?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7465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0391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count 0-10, ask what number, say your age, and handle digit-by-digit codes like room numbers.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4414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500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