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first six digits: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zero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two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Then say the same line backwards: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say a digit in English. You say the Thai word aloud before I show the answer. Ready? Two. Four. Zero. Five. One. Three.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Finish the set: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seven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8531352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867765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90617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897026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Clap drill: clap once per digit from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keeping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short and controlled.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937260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928116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Random recall: I say a number in English. You say the Thai word before I show it. Seven. Ten. Eight. Six. Nine.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968349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959205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start a room-number code. You finish it.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-...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-...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-...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for a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เขาอายุ...ปี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 aa-yú ... bpii)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he/she is ... years 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Prompt drill: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 answer with a digit string. Room 205?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409?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Pattern drill: I give you a number. You build the age sentence. Five?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 Eight?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ฉันอายุแปดปี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bpàet bpii)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Ten?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now change the pronoun. I say a number and a pronoun.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seven?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 ผม, nine? ผมอายุ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in real exchanges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คุณอายุเท่าไหร่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aa-yú thâo-rài)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ฉันอายุแปดปี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bpàet bpii)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eight years 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/ 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/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(polite)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You answer with room 601. Then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คุณอายุเท่าไหร่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aa-yú thâo-rài)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 answer with age seven. Say your lines before looking.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Repair drill: I say a three-digit room number once, fast. If you catch it, repeat it back. If you miss it,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ค่ะ, then I repeat and you try again.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change the person.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 Now change the number: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 Now change both: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 beat: low tone vs rising 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(low tone — voice stays low and flat)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(rising tone — voice lifts up)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(falling tone — voice drops down)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sìi. Repeat it with a low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sǐi. Repeat it with a rising tone.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one word. Is it four or colour? Point to the answer, then say the word back to 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ห้องเบอร์อะไรคะ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hâawng ber à-rai 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is the room number?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Five-zero-two.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Okay. How old are you?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sìp bpii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ten years old.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สิบปีค่ะ ขอบคุณค่ะ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 bpii khâ khàawp-khun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Ten years old. Thank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07105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count from zero to ten in Thai. Say each digit aloud before looking back: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ask for a room number or table number?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I am eight years old?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ฉันอายุแปดปี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bpàet bpii)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pronoun, then อายุ, then the number, then ปี.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sìi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sǐi? Low tone means four. Rising tone means colour.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If you miss a number, what do you say?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ค่ะ, then listen again.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If you miss a number, what do you say?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ค่ะ, then listen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0710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hear, repeat, and produce Thai digits 0-10 in room-number, counting, and simple age exchanges.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