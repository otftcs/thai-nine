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72998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3" name="Oval 22"/>
          <p:cNvSpPr/>
          <p:nvPr/>
        </p:nvSpPr>
        <p:spPr>
          <a:xfrm>
            <a:off x="932688" y="711403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702259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America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25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