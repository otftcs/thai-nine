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คุณชื่ออะไรครับ. Now say it yourself.</a:t>
            </a:r>
          </a:p>
          <a:p>
            <a:r>
              <a:t>• Pause-and-produce: I ask คุณชื่ออะไรครับ. Say your answer — ผมชื่อ or ฉันชื่อ plus your name — before I show it.</a:t>
            </a:r>
          </a:p>
          <a:p>
            <a:r>
              <a:t>• Substitution drill: say ผมชื่อ with your name, then say ฉันชื่อ with your name.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Substitution drill: say คน + country. คนไทย — your turn. คนอังกฤษ — your turn. คนอเมริกา — your turn.</a:t>
            </a:r>
          </a:p>
          <a:p>
            <a:r>
              <a:t>• Substitution drill (same format, different content): now use มาจาก + country. มาจากไทย — your turn. มาจากอังกฤษ — your turn.</a:t>
            </a:r>
          </a:p>
          <a:p>
            <a:r>
              <a:t>• Recall drill: without looking, how do you say 'thank you' from last lesson? Say it before I show. ขอบคุณครับ.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echo: I say ชื่อ. Repeat it with a falling tone. Now I say มา. Repeat it flat. Can you feel the difference?</a:t>
            </a:r>
          </a:p>
          <a:p>
            <a:r>
              <a:t>• Minimal pair choice: I say two words from this lesson. Tell me which one has the falling tone.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495604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48646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origin pattern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71576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99592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527608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70992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130552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2240280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203704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2514600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35224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044952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0837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31927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739896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849624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381304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4123944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544568"/>
            <a:ext cx="7071055" cy="68580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654296"/>
            <a:ext cx="73152" cy="41148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78992" y="46177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928616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America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563270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7" name="Oval 26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592531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39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28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6613855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(jàak)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5836615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8239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6712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47802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78892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0998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greet, ask a name, give a name, and say where they are from in a compact polite exchange.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35000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