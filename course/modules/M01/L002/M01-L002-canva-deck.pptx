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Names and Countries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  <p:sp>
        <p:nvSpPr>
          <p:cNvPr id="7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61443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047" y="196472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Ask someone's name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047" y="264922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Answer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ผมชื่อ...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chûue...)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047" y="333373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Say where you are from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01826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Choose ฉัน and ผม naturally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69081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5. Deliver a short self-introduction</a:t>
            </a:r>
          </a:p>
        </p:txBody>
      </p:sp>
      <p:sp>
        <p:nvSpPr>
          <p:cNvPr id="9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954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42043" y="8700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and answer the name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18433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593171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47" y="2178469"/>
            <a:ext cx="2651750" cy="836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74630"/>
            <a:ext cx="26517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is your name?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4195" y="3816533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Male speaker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50" y="5370163"/>
            <a:ext cx="4023300" cy="59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Same answer pattern with a male self-reference.</a:t>
            </a:r>
          </a:p>
        </p:txBody>
      </p:sp>
      <p:sp>
        <p:nvSpPr>
          <p:cNvPr id="11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80913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374" y="720278"/>
            <a:ext cx="7030500" cy="6219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ฉัน and ผม naturally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9332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Choose the self-word that matches the speaker, then keep the rest of the sentence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33" y="1623118"/>
            <a:ext cx="1645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Core self-words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488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come 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5146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Common self-word in this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9184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ประเทศ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(bprà-thêet)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832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country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7490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Use when the speaker is male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94866"/>
            <a:ext cx="1828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Full name 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22" y="5029235"/>
            <a:ext cx="2286000" cy="77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 / ผมชื่อ...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 / phǒm chûue...)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670" y="5120700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my name is 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670" y="5486348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Swap only the first word, then keep the name frame intact</a:t>
            </a:r>
          </a:p>
        </p:txBody>
      </p:sp>
      <p:sp>
        <p:nvSpPr>
          <p:cNvPr id="17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94913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52443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where you are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Keep </a:t>
            </a:r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and swap only the country.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59140"/>
            <a:ext cx="5029200" cy="858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7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63303"/>
            <a:ext cx="5029200" cy="845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6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10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42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054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Build a full self-introduction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75703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Use the sequence below as one short introduction.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27632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สวัสดีครับ / 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/ sà-wàt-dii khâ)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737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Start politely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78024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ฉันชื่อ... / ผมชื่อ...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 / phǒm chûue...)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877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28416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ฉันมาจาก... / ผมมาจาก...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maa-jàak... / phǒm maa-jàak...)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4381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your country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78808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288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Close warmly if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29200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51389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Keep the whole exchange smooth and polite</a:t>
            </a:r>
          </a:p>
        </p:txBody>
      </p:sp>
      <p:sp>
        <p:nvSpPr>
          <p:cNvPr id="16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2976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Roleplay: First self-introduction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9213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Listen, repeat, then try the exchange yourself.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33958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คุณชื่ออะไรคะ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khun chûue à-rai khá)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93" y="172136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What is your name?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909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743" y="204820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 ผมชื่อ Oliver 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phǒm chûue Oliver khráp)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93" y="248259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My name is Oliver.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83" y="296265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93" y="287813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ยินดีที่ได้รู้จักค่ะ คุณมาจากไหนคะ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(yin-dii thîi dâai rúu-jàk khâ khun maa-jàak nǎi khá)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93" y="3253010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Nice to meet you. Where are you from?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83" y="372620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93" y="366677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72527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from England.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795" y="448976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755" y="436629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อ๋อ คนอังกฤษ ยินดีต้อนรับค่ะ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(ǎw khon ang-grìt yin-dii dtâwn-ráp khâ)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93" y="475953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Oh, an English person! Welcome.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633" y="525329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17543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93" y="557111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  <p:sp>
        <p:nvSpPr>
          <p:cNvPr id="23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7970" y="101551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7694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ask someone's name in Thai? Say it before looking.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3745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where you are from? ผม/ฉัน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55" y="30979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does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mean? Person. How do you say 'Thai person'?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8617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From lesson 1: how do you say thank you?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How do you respond to thanks? ไม่เป็นไร.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55" y="441283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Practise one clean greeting, name, and country line until it feels automatic.</a:t>
            </a:r>
          </a:p>
        </p:txBody>
      </p:sp>
      <p:sp>
        <p:nvSpPr>
          <p:cNvPr id="9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37160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now introduce</a:t>
            </a:r>
          </a:p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yourself in simple Thai.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 name, say your name, and say where you are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Keep it short, polite, and repeatable.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