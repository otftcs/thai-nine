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repeat: ชื่อ chûue. Again. Now อะไร à-rai. Again. Now the full question: คุณชื่ออะไร.</a:t>
            </a:r>
          </a:p>
          <a:p>
            <a:r>
              <a:t>• Pause-and-produce: I want to ask someone their name politely. Say the full question with ครับ or คะ before I show the answer.</a:t>
            </a:r>
          </a:p>
          <a:p>
            <a:r>
              <a:t>• Tone echo: ชื่อ has a falling tone — voice goes high then drops. Say ชื่อ three times, exaggerating the fall each time.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Response-building: I ask คุณชื่ออะไรครับ — now you answer with your real name using ผมชื่อ or ฉันชื่อ. Say it aloud.</a:t>
            </a:r>
          </a:p>
          <a:p>
            <a:r>
              <a:t>• Substitution drill: say ผมชื่อ Nine ครับ. Now replace Nine with your own name. Now say it with ฉัน and ค่ะ instead.</a:t>
            </a:r>
          </a:p>
          <a:p>
            <a:r>
              <a:t>• Pause-and-produce: someone asks you คุณชื่ออะไร — what do you say? Answer before I show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repeat: มาจาก. Again. ประเทศ. Again. มาจากประเทศ. Again.</a:t>
            </a:r>
          </a:p>
          <a:p>
            <a:r>
              <a:t>• Substitution drill: say มาจากประเทศ slowly. Now say ผมมาจากประเทศ with ครับ. Now say ฉันมาจากประเทศ with ค่ะ.</a:t>
            </a:r>
          </a:p>
          <a:p>
            <a:r>
              <a:t>• Pause-and-produce: how do you say 'come from country'? Say it before I show the answer. มาจากประเทศ.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Teach ไทย (Thailand), อังกฤษ (England), and อเมริกา (America) individually, then use them in full origin sentences with the pattern from section 3.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Tone echo: say ประเทศ bprà-thêet three times. Focus on keeping the bp without an air puff.</a:t>
            </a:r>
          </a:p>
          <a:p>
            <a:r>
              <a:t>• Minimal pair choice: I say two words — bpàa and phâa. Which one is forest and which is cloth? Point before I tell you.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07105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0710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Names and Countries — Introducing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2611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464515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553712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say your name, ask someone's name, and state where you are from.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517550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084064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Introduce yourself with name and country in 2-3 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say your name, ask someone's name, and state where you are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recycle recent vocabulary while using origin pattern with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Introduce yourself with name and country in 2-3 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Recognize names and country statements in short self-introductions.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Your name in Thai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chûue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อะไร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à-rai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คุณชื่ออะไร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khun chûue à-rai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what is your name?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your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ผมชื่อ...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phǒm chûue...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my name is... (male)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ฉันชื่อ...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chǎn chûue...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my name is... (female)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Where you come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maa-jàak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come from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bprà-thêet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country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มาจากประเทศ...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maa-jàak bprà-thêet...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come from (country)...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Thailand, England, and America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Thailand / Thai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อังกฤษ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ang-grìt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England / English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à-mee-rí-kaa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America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Thailand, England, and America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คนไทย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khon thai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Thai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คนอังกฤษ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khon ang-grìt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English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20640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55046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413248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repeat: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(thai)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อังกฤษ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(ang-grìt)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(à-mee-rí-kaa)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Say each one twice.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583387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742432"/>
            <a:ext cx="9555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say ผม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(bprà-thêet)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(thai)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ครับ. Now swap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(thai)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for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อังกฤษ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(ang-grìt)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Now swap for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(à-mee-rí-kaa)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Pronunciation: the bp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bprà-thêet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country (bp — no air puff)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ป่า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bpàa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forest (bp — no air puff)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ผ้า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phâa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cloth (ph — air puff)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298448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sà-wàt-dii khráp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99616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137160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New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84248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212848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sà-wàt-dii khâ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414016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898648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ผมชื่อ Mark ครับ คุณชื่ออะไรครับ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127248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phǒm chûue Mark khráp khun chûue à-rai khráp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328416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My name is Mark. What is your name?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37160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New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813048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ฉันชื่อ Nine ค่ะ คุณมาจากประเทศอะไรคะ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41648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chǎn chûue Nine khâ khun maa-jàak bprà-thêet à-rai khá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242816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My name is Nine. What country are you from?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ผมมาจากประเทศอังกฤษครับ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956048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phǒm maa-jàak bprà-thêet ang-grìt khráp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157216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I come from England.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8562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ask someone's name in Thai? Say it now.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2768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85416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'my name is...' using your real name.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60604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14600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say 'I come from America'?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93522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843784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does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คนไทย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thai)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mean?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26440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7296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is the difference between bp and ph sounds?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0682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9943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is the difference between bp and ph sounds?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39112"/>
            <a:ext cx="6568135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you can introduce yourself with your name and country of origin in a natural 3–4 line Thai exchange.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86207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7706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