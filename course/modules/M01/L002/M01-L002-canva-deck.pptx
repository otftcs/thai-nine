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คุณชื่ออะไรครับ. Now say it yourself.</a:t>
            </a:r>
          </a:p>
          <a:p>
            <a:r>
              <a:t>• Pause-and-produce: I ask คุณชื่ออะไรครับ. Say your answer — ผมชื่อ or ฉันชื่อ plus your name — before I show it.</a:t>
            </a:r>
          </a:p>
          <a:p>
            <a:r>
              <a:t>• Substitution drill: say ผมชื่อ with your name, then say ฉันชื่อ with your name.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Substitution drill: say คน + country. คนไทย — your turn. คนอังกฤษ — your turn. คนอเมริกา — your turn.</a:t>
            </a:r>
          </a:p>
          <a:p>
            <a:r>
              <a:t>• Substitution drill (same format, different content): now use มาจาก + country. มาจากไทย — your turn. มาจากอังกฤษ — your turn.</a:t>
            </a:r>
          </a:p>
          <a:p>
            <a:r>
              <a:t>• Recall drill: without looking, how do you say 'thank you' from last lesson? Say it before I show. ขอบคุณครับ.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Tone echo: I say ชื่อ. Repeat it with a falling tone. Now I say มา. Repeat it flat. Can you feel the difference?</a:t>
            </a:r>
          </a:p>
          <a:p>
            <a:r>
              <a:t>• Minimal pair choice: I say two words from this lesson. Tell me which one has the falling tone.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Names and Countries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say your name, ask someone's name, and state where you are from.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517550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5084064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say your name, ask someone's name, and state where you are from.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origin pattern with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names and country statements in short self-introductions.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and give your name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0604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71576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48386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is your name?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8620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99592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ผมชื่อ...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chûue...)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76402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(male)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16636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527608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604418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(female)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where you are from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435608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399032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709928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come from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30552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240280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203704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ประเทศ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(bprà-thêet)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514600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country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35224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044952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0837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319272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Thailand / Thai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39896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849624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381304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123944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England / English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544568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654296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6177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928616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America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563270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7" name="Oval 26"/>
          <p:cNvSpPr/>
          <p:nvPr/>
        </p:nvSpPr>
        <p:spPr>
          <a:xfrm>
            <a:off x="932688" y="60167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5925312"/>
            <a:ext cx="9555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with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: ผม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The word for person and putting it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person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English person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the falling tone on 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39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rising tone on ไหน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high, drops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mid tone — voice stays flat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จาก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(jàak)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— voice dips down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คุณชื่ออะไรคะ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khun chûue à-rai khá)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What is your name?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 ผมชื่อ Oliver 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 phǒm chûue Oliver khráp)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My name is Oliver.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ยินดีที่ได้รู้จักค่ะ คุณมาจากไหนคะ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(yin-dii thîi dâai rúu-jàk khâ khun maa-jàak nǎi khá)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Nice to meet you. Where are you from?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from England.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อ๋อ คนอังกฤษ ยินดีต้อนรับค่ะ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(ǎw khon ang-grìt yin-dii dtâwn-ráp khâ)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Oh, an English person! Welcome.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ask someone's name in Thai? Say it before looking.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47802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86584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where you are from? ผม/ฉัน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00837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916936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does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mean? Person. How do you say 'Thai person'?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353872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447288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From lesson 1: how do you say thank you?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How do you respond to thanks? ไม่เป็นไร.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06908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977640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928616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5312664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5221224"/>
            <a:ext cx="9555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greet, ask a name, give a name, and say where they are from in a compact polite exchange.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86207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7706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