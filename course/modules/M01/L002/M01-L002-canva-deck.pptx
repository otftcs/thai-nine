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Ask someone's name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Answer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Say where you are from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Choose ฉัน and ผม naturally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9081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Deliver a short self-introduction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954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43" y="8700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answer the name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184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93171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47" y="2178469"/>
            <a:ext cx="2651750" cy="83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195" y="38165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Male speaker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50" y="5370163"/>
            <a:ext cx="4023300" cy="59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Same answer pattern with a male self-reference.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ฉัน and ผม naturally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Choose the self-word that matches the speaker, then keep the rest of the sentence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Core self-words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Common self-word in this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when the speaker is male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Full name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22" y="5029235"/>
            <a:ext cx="2286000" cy="77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 / 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 / phǒm chûue...)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my name is 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Swap only the first word, then keep the name frame intact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Keep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and swap only the country.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Build a full self-introduction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the sequence below as one short introduction.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สวัสดีครับ / 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/ sà-wàt-dii khâ)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Start politely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ฉันชื่อ... / 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 / phǒm chûue...)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ฉันมาจาก... / ผมมาจาก...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maa-jàak... / phǒm maa-jàak...)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your 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Close warmly if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the whole exchange smooth and polite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Roleplay: First self-introduction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Listen, repeat, then try the exchange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 (your turn — answer with your name)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 (your turn — say where you are from)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one clean greeting, name, and country line until it feels automatic.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now introduce</a:t>
            </a:r>
          </a:p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yourself in simple Thai.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 name, say your name, and say where you are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it short, polite, and repeatable.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