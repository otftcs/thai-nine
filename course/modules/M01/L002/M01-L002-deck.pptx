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30352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123943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507991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16551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say your name, ask someone's name, and state where you are from.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818887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72744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origin pattern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3484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Now say it yourself.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Say your answer —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plus your name — before I show it.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549554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name, then say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3484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549554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คุณ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ไหนครับ. Your turn — say where you are from before I show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(same format, different content): now use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549554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Recall drill: without looking, how do you say 'thank you' from last lesson? Say it before I show.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with a falling tone.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flat.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 from this lesson. Tell me which one has the falling tone.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96012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the learner can greet, ask a name, give a name, and say where they are from in a compact polite exchange.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