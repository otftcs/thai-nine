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4368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74368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4368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Names and Countries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30352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23943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4507991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416551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say your name, ask someone's name, and state where you are from.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818887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727447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Introduce yourself with name and country in 2-3 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say your name, ask someone's name, and state where you are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recycle recent vocabulary while using origin pattern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Introduce yourself with name and country in 2-3 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Recognize names and country statements in short self-introductions.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and give your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คุณชื่ออะไร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 chûue à-rai)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what is your name?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ผมชื่อ...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chûue...)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my name is... (male)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592824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6793992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6702552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ฉันชื่อ...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 chûue...)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7470648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my name is... (female)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8531352"/>
            <a:ext cx="100584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8677656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906170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8970264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Listen and repeat: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คุณชื่ออะไร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 chûue à-rai)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ครับ. Now say it yourself.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" y="9372600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9281160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Pause-and-produce: I ask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คุณชื่ออะไร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 chûue à-rai)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ครับ. Say your answer — ผม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ฉัน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plus your name — before I show it.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" y="9683496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9592056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say ผม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your name, then say ฉัน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your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where you are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come from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ประเทศ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(bprà-thêet)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country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ไทย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(thai)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Thailand / Thai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592824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6793992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6702552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อังกฤษ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(ang-grìt)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7470648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England / English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8531352"/>
            <a:ext cx="100584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8677656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906170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8970264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Listen and repeat: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ผมมาจากอังกฤษครับ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maa-jàak ang-grìt 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อเมริกา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(à-mee-rí-kaa)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: ผม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อเมริกา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(à-mee-rí-kaa)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ครับ.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" y="9372600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9281160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อังกฤษ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(ang-grìt)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อเมริกา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(à-mee-rí-kaa)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now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ไทย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(thai)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" y="9683496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9592056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Response-building: I ask คุณ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ไหนครับ. Your turn — say where you are from before I show the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The word for person and putting it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person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คนไทย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thai)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Thai person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คนอังกฤษ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ang-grìt)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English person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775704"/>
            <a:ext cx="10058400" cy="1636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6922008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7306056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7214616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drill: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+ country.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คนไทย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thai)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คนอังกฤษ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ang-grìt)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อเมริกา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(à-mee-rí-kaa)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76169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752551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Substitution drill (same format, different content): now use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+ country.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ไทย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(thai)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อังกฤษ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(ang-grìt)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— your turn.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792784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7836408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Recall drill: without looking, how do you say 'thank you' from last lesson? Say it before I show.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 khráp)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Pronunciation: the falling tone on </a:t>
            </a:r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rising tone on ไหน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falling tone — voice starts high, drops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mid tone — voice stays flat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4090248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36330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(jàak)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3633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low tone — voice dips 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775704"/>
            <a:ext cx="100584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6922008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7306056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7214616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Tone echo: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Repeat it with a falling tone. Now I say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Repeat it flat. Can you feel the difference?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76169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752551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Minimal pair choice: I say two words from this lesson. Tell me which one has the falling tone.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37160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New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069848"/>
            <a:ext cx="62023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 คุณชื่ออะไรคะ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 khun chûue à-rai khá)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53312"/>
            <a:ext cx="62023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Hello! What is your name?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2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47088"/>
            <a:ext cx="62023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 ผมชื่อ Oliver 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khráp phǒm chûue Oliver khráp)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0552"/>
            <a:ext cx="62023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Hello! My name is Oliver.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37160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New 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24328"/>
            <a:ext cx="620237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ยินดีที่ได้รู้จักค่ะ คุณมาจากไหนคะ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(yin-dii thîi dâai rúu-jàk khâ khun maa-jàak nǎi khá)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07792"/>
            <a:ext cx="620237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Nice to meet you. Where are you from?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0156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ผมมาจากอังกฤษครับ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 maa-jàak ang-grìt khráp)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68503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I am from England.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37160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New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7880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อ๋อ คนอังกฤษ ยินดีต้อนรับค่ะ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(ǎw khon ang-grìt yin-dii dtâwn-ráp khâ)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6227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Oh, an English person! Welcome.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95604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 khráp)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23951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Thank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436815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7071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69338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Look away and try: how do you ask someone's name in Thai? Say it before looking.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คุณชื่ออะไร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 chûue à-rai)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5856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67128"/>
            <a:ext cx="69338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How do you say where you are from? ผม/ฉัน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มาจาก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(maa-jàak)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+ country.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56946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478024"/>
            <a:ext cx="69338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does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mean? Person. How do you say 'Thai person'?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คนไทย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thai)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88036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788920"/>
            <a:ext cx="69338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From lesson 1: how do you say thank you?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 How do you respond to thanks? ไม่เป็นไร.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19125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099816"/>
            <a:ext cx="69338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Tone check: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has a falling tone — voice drops.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has a mid tone — voice stays flat.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100584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0682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6908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59943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Tone check: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has a falling tone — voice drops.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มา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(maa)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has a mid tone — voice stays flat.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4368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4368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743681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7071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39112"/>
            <a:ext cx="69338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By the end, you can greet, ask a name, give a name, and say where they are from in a compact polite exchange.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44144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50008"/>
            <a:ext cx="69338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