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say your name, ask someone's name, and state where you are from.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recycle recent vocabulary while using origin pattern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names and country statements in short self-introductions.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give your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chûue...)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(female)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8531352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867765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90617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897026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Now say it yourself.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937260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928116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Say your answer —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ฉัน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plus your name — before I show it.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968349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959205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your name, then say ฉัน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your name.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Thailand / Thai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England / English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8531352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867765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90617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897026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: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937260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928116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968349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959205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ask คุณ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ไหนครับ. Your turn — say where you are from before I show the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word for person and putting 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English person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 (same format, different content): now use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Recall drill: without looking, how do you say 'thank you' from last lesson? Say it before I show.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the falling tone on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rising tone on ไหน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high, drops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mid tone — voice stays flat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จาก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(jàak)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— voice dips down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with a falling tone. Now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flat. Can you feel the difference?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 choice: I say two words from this lesson. Tell me which one has the falling tone.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khun chûue à-rai khá)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phǒm chûue Oliver khráp)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(yin-dii thîi dâai rúu-jàk khâ khun maa-jàak nǎi khá)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(ǎw khon ang-grìt yin-dii dtâwn-ráp khâ)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7071055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greet, ask a name, give a name, and say where they are from in a compact polite exchange.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