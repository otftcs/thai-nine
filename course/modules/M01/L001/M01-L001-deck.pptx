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4368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43681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436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Hello and Basic Courtesy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greet people politely, thank others, apologize, and respond yes/no in a friendly first encounter.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basic affirmation and negation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Deliver a 2-line greeting exchange with the correct polite ending.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Catch greetings, thanks, apologies, and polite particles in slow speech.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hello the Thai 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(male speaker)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 (female speaker)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 three times: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 turn: I will point to a male or female role. Say the correct full greeting aloud before I show the answer.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replace the ending —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Thank, apologise, and soften the moment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excuse me / sorry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describe a situation. Choose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which one fits? Say it aloud.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Your turn — what do you say back? Pause and answer before I show it.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Pick the right polite 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male polite 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statement ending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female question ending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I say a bare phrase. You add the correct polite ending.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Discrimination drill: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(khá)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Is the speaker making a statement or asking a question? Choose before I tell you.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round 2: now try it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Add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Answer yes, no, and no problem naturally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yes / that is right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no / not right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it is okay / no problem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a yes/no question.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before I show the answer.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 Then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What do you say back?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79278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7836408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hearing Thai tones for the first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high tone — voice rises sharply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 and drops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4090248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363304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3633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on khàawp — voice stays 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775704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6922008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7306056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7214616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khráp. Repeat it.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khâ. Repeat it.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76169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75255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words. Which one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which is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Point to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62023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620237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Excuse me, 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62023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620237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620237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นี่ใช่ไหมครับ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(nîi châi mái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620237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Is this right?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 khâ)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Yes.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No problem.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7436815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6933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say hello politely as a male speaker? Say it before looking back.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6933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? One closes warmly, one repairs politely.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6933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Someone says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to you. What do you say back?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ไม่เป็นไร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bpen 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6933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do? They are the polite endings that tell the listener how your line should land.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6933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100584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Which two words answer the idea — yes or no?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ไม่ใช่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(mâi châi)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43681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4368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7436815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6933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open, repair, thank, and close a tiny first-contact exchange politely.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6933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