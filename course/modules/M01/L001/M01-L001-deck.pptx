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30352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123943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507991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416551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818887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727447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 three times: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 turn: I will point to a male or female role. Say the correct full greeting aloud before I show the answer.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replace the ending —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describe a situation. Choose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which one fits? Say it aloud.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Your turn — what do you say back? Pause and answer before I show it.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I say a bare phrase. You add the correct polite ending.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Is the speaker making a statement or asking a question? Choose before I tell you.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round 2: now try it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Add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a yes/no question.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before I show the answer.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 Then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khráp. Repeat it.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khâ. Repeat it.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words. Which one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which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Point to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7071055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open, repair, thank, and close a tiny first-contact exchange politely.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