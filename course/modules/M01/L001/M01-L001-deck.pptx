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First Contact and Courtesy  · 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M01-L001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Hello and Basic Courtesy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30352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23943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focus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4507991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416551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greet people politely, thank others, apologize, and respond yes/no in a friendly first encounter.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4818887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727447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Deliver a 2-line greeting exchange with the correct polite ending.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Immersion Thai with Nine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greet people politely, thank others, apologize, and respond yes/no in a friendly first encounter.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recycle recent vocabulary while using basic affirmation and negation in short controlled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Deliver a 2-line greeting exchange with the correct polite ending.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Catch greetings, thanks, apologies, and polite particles in slow speech.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hello the Thai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สวัสดีครับ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khráp)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hello (male speaker)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hello (female speaker)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50292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581144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87375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Listen and repeat three times: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18464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Your turn: I will point to a male or female role. Say the correct full greeting aloud before I show the answer.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558698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495544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drill: replace the ending —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now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Thank, apologise, and soften the moment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thank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excuse me / sorry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it is okay / no problem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50292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581144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87375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Discrimination drill: I describe a situation. Choose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or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which one fits? Say it aloud.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18464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Response-building drill: I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Your turn — what do you say back? Pause and answer before I show it.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558698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495544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drill: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now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Now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now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Pick the right polite 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male polite 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female statement 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คะ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female question ending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50292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581144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87375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drill: I say a bare phrase. You add the correct polite ending.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your turn.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your turn.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your turn.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18464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Discrimination drill: I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or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(khá)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Is the speaker making a statement or asking a question? Choose before I tell you.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558698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495544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 round 2: now try it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Add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or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Answer yes, no, and no problem naturally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yes / that is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no / not right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it is okay / no problem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50292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581144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87375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Pause-and-produce: I ask a yes/no question.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or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before I show the answer.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18464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Response-building: I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What do you say back? Then I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What do you say back?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558698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495544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drill: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now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now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Pronunciation: hearing Thai tones for the first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high tone — voice rises sharply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falling tone — voice starts high and drops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50292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low tone on khàawp — voice stays 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50292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581144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87375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Tone echo: I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khráp. Repeat it. Now I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khâ. Repeat it. Can you feel the difference?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18464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Minimal pair choice: I say two words. Which one is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which is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? Point to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Learner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069848"/>
            <a:ext cx="8366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ขอโทษครับ สวัสดีครับ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 khráp sà-wàt-dii khráp)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353312"/>
            <a:ext cx="8366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Excuse me, hello.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2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47088"/>
            <a:ext cx="8366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0552"/>
            <a:ext cx="8366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Learner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24328"/>
            <a:ext cx="8366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นี่ใช่ไหมครับ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(nîi châi mái khráp)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07792"/>
            <a:ext cx="8366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Is this right?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01568"/>
            <a:ext cx="8366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 khâ)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685032"/>
            <a:ext cx="8366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Learner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78808"/>
            <a:ext cx="8366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 khráp)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62272"/>
            <a:ext cx="8366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Thank you.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956048"/>
            <a:ext cx="8366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 khâ)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239512"/>
            <a:ext cx="8366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No problem.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9601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9235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What you can now do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194767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56232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Look away and try: how do you say hello politely as a male speaker? Say it before looking back.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5856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67128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is the difference between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? One closes warmly, one repairs politely.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56946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478024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Someone says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to you. What do you say back?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880360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788920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do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do? They are the polite endings that tell the listener how your line should land.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191256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099816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Which two words answer the idea — yes or no?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96012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06824"/>
            <a:ext cx="9235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Remember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69087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599432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Which two words answer the idea — yes or no?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3977640"/>
            <a:ext cx="3840480" cy="288036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96012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9235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Next steps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1305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39112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By the end, the learner can open, repair, thank, and close a tiny first-contact exchange politely.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44144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50008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Next: First Contact and Courtesy continues.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Sarabun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Sarabun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