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Hello and Basic Courtesy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537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greet people politely, thank others, apologize, and respond yes/no in a friendly first encounter.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495604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48646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greet people politely, thank others, apologize, and respond yes/no in a friendly first encounter.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basic affirmation and negation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Catch greetings, thanks, apologies, and polite particles in slow speech.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hello the Thai 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(male speaker)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(female speaker)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687628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726033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716889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 three times: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Thank, apologise, and soften the moment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thank you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excuse me / sorry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687628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726033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716889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Discrimination drill: I describe a situation. Choose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which one fits? Say it aloud.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Pick the right polite ending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male polite ending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female statement ending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female question ending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687628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726033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716889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I say a bare phrase. You add the correct polite ending.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Answer yes, no, and no problem naturally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yes / that is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no / not right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687628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726033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716889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I ask a yes/no question. Say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before I show the answer.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hearing Thai tones for the first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high tone — voice rises sharply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 and drops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on khàawp — voice stays 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687628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726033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716889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echo: I say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khráp. Repeat it. Now I say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khâ. Repeat it. Can you feel the difference?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ขอโทษครับ สวัสดีครับ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 khráp sà-wàt-dii khráp)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Excuse me, hello.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นี่ใช่ไหมครับ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(nîi châi mái khráp)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Is this right?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 khâ)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Yes.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 khâ)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No problem.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8562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say hello politely as a male speaker? Say it before looking back.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16712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is the difference between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 One closes warmly, one repairs politely.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47802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Someone says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to you. What do you say back?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788920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do? They are the polite endings that tell the listener how your line should land.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099816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Which two words answer the idea — yes or no?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3068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4599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Which two words answer the idea — yes or no?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0391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open, repair, thank, and close a tiny first-contact exchange politely.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500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