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Say hello politely with a correct polite 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Use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the right social moments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Distinguish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at a practical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Answer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soften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69081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Deliver a short first-contact exchange with politeness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This is your safe, polite greeting for a first meeting.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Treat politeness as part of the whole line, not as an extra decoration.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greeting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Learn the greeting as a full social line, not just the base word.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180" y="4477940"/>
            <a:ext cx="5029200" cy="822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180" y="5250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954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43" y="8700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184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Close warmly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93171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Interrupt or repair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47" y="2178469"/>
            <a:ext cx="2651750" cy="83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78469"/>
            <a:ext cx="2651700" cy="82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4195" y="38165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Natural reply to 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25340"/>
            <a:ext cx="4907431" cy="867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50" y="5370163"/>
            <a:ext cx="4023300" cy="59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Smooths the moment after thanks or a small apology.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96075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375" y="811779"/>
            <a:ext cx="7057500" cy="66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these phrases work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388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Each phrase has a social job in the interaction: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745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Closes a moment warmly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After help, service, or a small kindness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461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Opens a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To interrupt gently or apologise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61772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Smooths everything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50292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Answers a thank-you or small apology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30" y="521131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8355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Thai polite endings do real work - they shape the tone of the whole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4592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khráp  -  male polite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for statements and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88036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khâ  -  female statement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for statements and answers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06240"/>
            <a:ext cx="1463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11480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khá  -  female question ending</a:t>
            </a:r>
          </a:p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when asking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5" y="5394943"/>
            <a:ext cx="6858000" cy="731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Beginner rule: learn </a:t>
            </a:r>
            <a:r>
              <a:rPr sz="1200" b="1" i="0" lang="th-TH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200" b="1" i="0" lang="th-TH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 first for safe polite statements.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Say each line with the correct polite ending: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สวัสดี___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___)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ขอบคุณ___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___)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ขอโทษ___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___)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ใช่___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___)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ไม่เป็นไร___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___)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Three response tools - two answer the idea, one softens the moment.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Direct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Confirms the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184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Corrects the idea - not aggressive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Social softener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670" y="5120700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70" y="5486348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Softens the situation - not a yes/no answer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Roleplay: First check-in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At a reception desk - practise the full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 (your turn — say the next line before I show 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 (your turn — what do you say after receiving help?)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the full exchange - greeting to thank-you to no-problem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now greet, thank,</a:t>
            </a:r>
          </a:p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apologise, and respond politely.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have the smallest courtesy toolkit that already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 lesson: names and countries - introducing yourself.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