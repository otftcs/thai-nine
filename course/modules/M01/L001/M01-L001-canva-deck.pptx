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 three times: สวัสดี, สวัสดีครับ, สวัสดีค่ะ.</a:t>
            </a:r>
          </a:p>
          <a:p>
            <a:r>
              <a:t>• Your turn: I will point to a male or female role. Say the correct full greeting aloud before I show the answer.</a:t>
            </a:r>
          </a:p>
          <a:p>
            <a:r>
              <a:t>• Substitution drill: replace the ending — say สวัสดี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Discrimination drill: I describe a situation. Choose ขอบคุณ or ขอโทษ — which one fits? Say it aloud.</a:t>
            </a:r>
          </a:p>
          <a:p>
            <a:r>
              <a:t>• Response-building drill: I say ขอโทษครับ. Your turn — what do you say back? Pause and answer before I show it.</a:t>
            </a:r>
          </a:p>
          <a:p>
            <a:r>
              <a:t>• Substitution drill: say ขอบคุณ with ครับ, now with ค่ะ. Now say ขอโทษ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Substitution drill: I say a bare phrase. You add the correct polite ending. สวัสดี — your turn. ขอบคุณ — your turn. ขอโทษ — your turn.</a:t>
            </a:r>
          </a:p>
          <a:p>
            <a:r>
              <a:t>• Discrimination drill: I say ค่ะ or คะ. Is the speaker making a statement or asking a question? Choose before I tell you.</a:t>
            </a:r>
          </a:p>
          <a:p>
            <a:r>
              <a:t>• Substitution drill round 2: now try it with ไม่เป็นไร and ใช่. Add ครับ or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Pause-and-produce: I ask a yes/no question. Say ใช่ or ไม่ใช่ before I show the answer.</a:t>
            </a:r>
          </a:p>
          <a:p>
            <a:r>
              <a:t>• Response-building: I say ขอโทษครับ. What do you say back? Then I say ขอบคุณค่ะ. What do you say back?</a:t>
            </a:r>
          </a:p>
          <a:p>
            <a:r>
              <a:t>• Substitution drill: say ใช่ with ครับ, now with ค่ะ. Say ไม่ใช่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ครับ khráp. Repeat it. Now I say ค่ะ khâ. Repeat it. Can you feel the difference?</a:t>
            </a:r>
          </a:p>
          <a:p>
            <a:r>
              <a:t>• Minimal pair choice: I say two words. Which one is ครับ and which is ค่ะ? Point to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376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285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bpen rai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châi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bpen rai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khráp sà-wàt-dii khráp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nîi châi mái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 khâ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2702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178808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12978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551383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42239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6609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