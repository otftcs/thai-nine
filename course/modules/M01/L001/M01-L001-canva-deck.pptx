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Listen and repeat three times: สวัสดี, สวัสดีครับ, สวัสดีค่ะ.</a:t>
            </a:r>
          </a:p>
          <a:p>
            <a:r>
              <a:t>• Your turn: I will point to a male or female role. Say the correct full greeting aloud before I show the answer.</a:t>
            </a:r>
          </a:p>
          <a:p>
            <a:r>
              <a:t>• Substitution drill: replace the ending — say สวัสดี with ครับ, now with ค่ะ.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Discrimination drill: I describe a situation. Choose ขอบคุณ or ขอโทษ — which one fits? Say it aloud.</a:t>
            </a:r>
          </a:p>
          <a:p>
            <a:r>
              <a:t>• Response-building drill: I say ขอโทษครับ. Your turn — what do you say back? Pause and answer before I show it.</a:t>
            </a:r>
          </a:p>
          <a:p>
            <a:r>
              <a:t>• Substitution drill: say ขอบคุณ with ครับ, now with ค่ะ. Now say ขอโทษ with ครับ, now with ค่ะ.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Substitution drill: I say a bare phrase. You add the correct polite ending. สวัสดี — your turn. ขอบคุณ — your turn. ขอโทษ — your turn.</a:t>
            </a:r>
          </a:p>
          <a:p>
            <a:r>
              <a:t>• Discrimination drill: I say ค่ะ or คะ. Is the speaker making a statement or asking a question? Choose before I tell you.</a:t>
            </a:r>
          </a:p>
          <a:p>
            <a:r>
              <a:t>• Substitution drill round 2: now try it with ไม่เป็นไร and ใช่. Add ครับ or ค่ะ.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Pause-and-produce: I ask a yes/no question. Say ใช่ or ไม่ใช่ before I show the answer.</a:t>
            </a:r>
          </a:p>
          <a:p>
            <a:r>
              <a:t>• Response-building: I say ขอโทษครับ. What do you say back? Then I say ขอบคุณค่ะ. What do you say back?</a:t>
            </a:r>
          </a:p>
          <a:p>
            <a:r>
              <a:t>• Substitution drill: say ใช่ with ครับ, now with ค่ะ. Say ไม่ใช่ with ครับ, now with ค่ะ.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Tone echo: I say ครับ khráp. Repeat it. Now I say ค่ะ khâ. Repeat it. Can you feel the difference?</a:t>
            </a:r>
          </a:p>
          <a:p>
            <a:r>
              <a:t>• Minimal pair choice: I say two words. Which one is ครับ and which is ค่ะ? Point to the answer.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071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707105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0710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Hello and Basic Courtesy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2611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464515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55371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greet people politely, thank others, apologize, and respond yes/no in a friendly first encounter.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495604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86460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Deliver a 2-line greeting exchange with the correct polite 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greet people politely, thank others, apologize, and respond yes/no in a friendly first encounter.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recycle recent vocabulary while using basic affirmation and negation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Deliver a 2-line greeting exchange with the correct polite ending.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Catch greetings, thanks, apologies, and polite particles in slow speech.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Say hello the Thai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khráp)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hello (male speaker)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hello (female speaker)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Thank, apologise, and soften the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thank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excuse me / sorry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it is okay / no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Pick the right polite 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male polite 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female statement 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คะ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(khá)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female question ending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Answer yes, no, and no problem naturally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yes / that is 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no / not 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it is okay / no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Pronunciation: hearing Thai tones for the first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35608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high tone — voice rises sharply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falling tone — voice starts high and drops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946904"/>
            <a:ext cx="6613855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low tone on khàawp — voice stays 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06984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ขอโทษครับ สวัสดีครับ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 khráp sà-wàt-dii khráp)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5331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Excuse me, hello.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2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4708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055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24328"/>
            <a:ext cx="58366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นี่ใช่ไหมครับ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 châi mái khráp)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07792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Is this right?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0156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ใช่ค่ะ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 khâ)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68503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Yes.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7880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ขอบคุณครับ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 khráp)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6227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Thank you.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Staff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956048"/>
            <a:ext cx="8823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ไม่เป็นไรค่ะ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 khâ)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239512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No problem.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85623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Look away and try: how do you say hello politely as a male speaker? Say it before looking back.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25856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6712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is the difference between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ขอบคุณ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(khàawp-khun)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? One closes warmly, one repairs politely.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56946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478024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Someone says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to you. What do you say back?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ไม่เป็นไร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bpen rai)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88036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do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ครับ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(khráp)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ค่ะ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(khâ)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do? They are the polite endings that tell the listener how your line should land.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19125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099816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Which two words answer the idea — yes or no?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06824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908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99432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Which two words answer the idea — yes or no?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7465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3911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By the end, you can open, repair, thank, and close a tiny first-contact exchange politely.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44144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50008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