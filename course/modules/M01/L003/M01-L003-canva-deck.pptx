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ฉัน chǎn. Again. ผม phǒm. Again.</a:t>
            </a:r>
          </a:p>
          <a:p>
            <a:r>
              <a:t>• Choose the right 'I': I describe a speaker. Say ฉัน or ผม before I show the answer. Male teacher introducing himself? Your turn. Female student talking about herself? Your turn.</a:t>
            </a:r>
          </a:p>
          <a:p>
            <a:r>
              <a:t>• Substitution drill: say 'my name is...' using ผม first — ผมชื่อ... Now switch to ฉัน — ฉันชื่อ...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คุณ khun. เขา khǎo. Again faster.</a:t>
            </a:r>
          </a:p>
          <a:p>
            <a:r>
              <a:t>• Response-building: I point to someone and ask คุณชื่ออะไร. Pause and answer with ฉันชื่อ... or ผมชื่อ... using your real name.</a:t>
            </a:r>
          </a:p>
          <a:p>
            <a:r>
              <a:t>• Substitution drill: say 'his/her name is...' — เขาชื่อ... Try it with three different names.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นี่ nîi. คือ khuu. นี่คือ nîi khuu.</a:t>
            </a:r>
          </a:p>
          <a:p>
            <a:r>
              <a:t>• Substitution drill: I give you a word, you build the introduction. เพื่อน — say นี่คือเพื่อน. คนไทย — say นี่คือคนไทย. คุณนิ — say นี่คือคุณนิ.</a:t>
            </a:r>
          </a:p>
          <a:p>
            <a:r>
              <a:t>• Pause-and-produce: I point to someone. Say 'this is...' in Thai before I show the answer.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ใคร khrai. เขาคือใคร khǎo khuu khrai. คุณคือ...ใช่ไหม khun khuu... châi mái.</a:t>
            </a:r>
          </a:p>
          <a:p>
            <a:r>
              <a:t>• Response-building: I point to a person. Ask เขาคือใคร. I answer. Then confirm with คุณคือ...ใช่ไหม. Build the full exchange.</a:t>
            </a:r>
          </a:p>
          <a:p>
            <a:r>
              <a:t>• Substitution drill: ask 'who is he/she?' — เขาคือใคร. Now confirm identity: คุณคือคุณนิใช่ไหม. Try with another name: คุณคือคุณมาร์คใช่ไหม.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ฉัน chǎn. Repeat it. Now ผม phǒm. Repeat. Now เขา khǎo. Repeat. Feel the rise.</a:t>
            </a:r>
          </a:p>
          <a:p>
            <a:r>
              <a:t>• Minimal pair choice: I say two words — khun and khǎo. Which one is 'you' and which is 'he/she'? Point to the answer.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Pronouns and Who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use basic pronouns and ask who someone is.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7433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82896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Point, identify, and ask who someone is in a mini-dialogue.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use basic pronouns and ask who someone 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identity question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Point, identify, and ask who someone is in a mini-dialogue.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Distinguish pronouns and who-questions in short exchanges.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Two ways to say 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(female / neutral)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(male polite)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chûue...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chûue...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Talking about you and someone else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you (polite)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 / she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 chûue à-rai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เขาชื่อ...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khǎo chûue...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he/she is called...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This is... — introducing someone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nîi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คือ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nîi khuu...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this is...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นี่คือคนไทย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nîi khuu khon thai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this is a Thai person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Who is that? — asking identity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เขาคือใคร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khǎo khuu khrai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who is he/she?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คุณคือ...ใช่ไหม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 khuu... châi mái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you are... right?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คุณคือคุณนิใช่ไหม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 khuu khun ní châi mái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you are Khun Ni, right?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rising tones in pronouns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rising tone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rising tone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เขา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rising tone 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เขาคือใคร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khǎaw-thôot khráp khǎo khuu khrai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who is he/she?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Friend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นี่คือคุณนิค่ะ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nîi khuu khun ní khâ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This is Khun Ni.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คุณคือคุณนิใช่ไหมครับ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khun khuu khun ní châi mái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You are Khun Ni, right?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Friend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châi khâ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ผมชื่อมาร์คครับ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 phǒm chûue máak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Hello, my name is 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'I' as a male speaker? Say it before looking.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780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8658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Point to someone and say 'who is he?' in Thai.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80720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a friend: say 'this is Khun Ni' in Thai.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313639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4495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Confirm identity: say 'you are Khun Mark, right?'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66674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7530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word means 'this'? And what word means 'is'?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25112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709160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617720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word means 'this'? And what word means 'is'?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say I, you, he/she, introduce someone with 'this is...', and ask 'who is that?' in Thai.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8620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706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