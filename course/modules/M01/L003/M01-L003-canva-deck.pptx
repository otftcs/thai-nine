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Pronouns and Who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Choose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the right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Introduce someone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นี่คือ...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kheuu...)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เขาคือ...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kheuu...)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Ask who someone is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เขาคือใคร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kheuu khrai)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Confirm or reject an identification politely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69081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Build a short identity exchange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pronouns as practical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Pick the word that matches the speaker or person you are pointing 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Talking about yourself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Common self-word in this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184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83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 (male speaker)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when the speaker is male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Talking about another person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22" y="5029235"/>
            <a:ext cx="2286000" cy="77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670" y="5120700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 / she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670" y="5486348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for he or she from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94913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52443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and identify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these frames to point, identify, and check the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59140"/>
            <a:ext cx="5029200" cy="858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นี่คือ...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kheuu...)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7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this is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63303"/>
            <a:ext cx="5029200" cy="84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เขาคือ...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kheuu...)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6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 / she is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180" y="4477940"/>
            <a:ext cx="5029200" cy="8228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คุณคือ...ใช่ไหม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kheuu... châi mái)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180" y="5250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you are ... right?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954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43" y="8700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who someone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184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Ask about another person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93171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Ask about this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47" y="2178469"/>
            <a:ext cx="2651750" cy="836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เขาคือใคร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kheuu khrai)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who is he / she?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78469"/>
            <a:ext cx="2651700" cy="82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คนนี้คือใคร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níi kheuu khrai)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who is this person?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4195" y="38165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Useful confirmation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25340"/>
            <a:ext cx="4907431" cy="867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50" y="5370163"/>
            <a:ext cx="4023300" cy="59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after the answer when the identification is correct.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Build a mini identity 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Stack the exchange one line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ขอโทษนะ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ná)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Open the interaction politely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คนนี้คือใคร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níi kheuu khrai)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who the person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เขามาจากไทย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maa-jàak thai)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one simple country 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คุณคือ...ใช่ไหม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kheuu... châi mái)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Confirm the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 / 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 / châi)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389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Accept or repair the guess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Roleplay: Identity exchange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Listen, repeat, then perform the exchange.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ขอโทษนะคะ คนนี้คือใครคะ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ná khá khon níi kheuu khrai khá)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who is this person?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คนนี้คือไมค์ครับ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níi kheuu Mike khráp)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This is Mike.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เขามาจากประเทศอะไรคะ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maa-jàak bprà-thêet à-rai khá)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What country is he from?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maa-jàak ang-grìt khráp)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 is from England.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pronouns as speaking tools: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for yourself,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for another person.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นี่คือ...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kheuu...)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เขาคือ...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kheuu...)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introduce or identify, not as rigid word-for-word translations only.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เขาคือใคร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kheuu khrai)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คนนี้คือใคร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níi kheuu khrai)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when you want identity first, not just a 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Reuse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and earlier greeting material so the dialogue grows naturally.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Keep the exchange short: identify, ask who, confirm, and move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now identify people</a:t>
            </a:r>
          </a:p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and ask who someone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short pronoun, identity, and who-question lines with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Keep the exchange tidy and easy to repeat.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