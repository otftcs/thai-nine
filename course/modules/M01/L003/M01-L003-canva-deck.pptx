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Listen and repeat: ฉัน (chǎn), ผม (phǒm), คุณ (khun). Say each one twice.</a:t>
            </a:r>
          </a:p>
          <a:p>
            <a:r>
              <a:t>• Pause-and-produce: I say a situation — male speaker or female speaker. You say the right word for I before I show the answer.</a:t>
            </a:r>
          </a:p>
          <a:p>
            <a:r>
              <a:t>• Response-building: I say คุณชื่ออะไร (khun chûue à-rai). You answer with ฉันชื่อ... or ผมชื่อ... and your name.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Listen and repeat: เขา (khǎo), นี่ (nîi), คือ (khuue). Now together: นี่คือ... (nîi khuue...).</a:t>
            </a:r>
          </a:p>
          <a:p>
            <a:r>
              <a:t>• Substitution drill: I give a name. You say นี่คือ... with that name. Example: Mike → นี่คือไมค์.</a:t>
            </a:r>
          </a:p>
          <a:p>
            <a:r>
              <a:t>• Pause-and-produce: I point to someone and say เขาชื่ออะไร (khǎo chûue à-rai). You answer เขาชื่อ... with a name.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Listen and repeat: ใคร (khrai). Now the full question: เขาคือใคร (khǎo khuue khrai).</a:t>
            </a:r>
          </a:p>
          <a:p>
            <a:r>
              <a:t>• Response-building: I ask เขาคือใคร. You answer เขาคือ... with any name you choose.</a:t>
            </a:r>
          </a:p>
          <a:p>
            <a:r>
              <a:t>• Pause-and-produce: I say a name. You build the confirmation: คุณคือ[name]ใช่ไหม before I show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[Practice — moved to notes, no room on slide]</a:t>
            </a:r>
          </a:p>
          <a:p>
            <a:r>
              <a:t>• Role swap: I play the friend. You ask เขาคือใคร and I answer. Then you confirm with ใช่ไหม.</a:t>
            </a:r>
          </a:p>
          <a:p>
            <a:r>
              <a:t>• Substitution drill: I change the name and country. You rebuild the full exchange each time.</a:t>
            </a:r>
          </a:p>
          <a:p>
            <a:r>
              <a:t>• Production challenge: introduce yourself using ฉัน or ผม, then ask who the person next to you is.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70710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7071055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70710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Pronouns and Who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2611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464515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55371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use basic pronouns and ask who someone is.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497433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882896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Point, identify, and ask who someone is in a mini-dialogue.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use basic pronouns and ask who someone 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recycle recent vocabulary while using identity question with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ใคร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(khrai)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Point, identify, and ask who someone is in a mini-dialogue.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Distinguish pronouns and who-questions in short exchanges.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I and you — the first pronouns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chǎn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 (general)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phǒm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 (male, polite)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He, she, and this — pointing to people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khǎo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 / she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nîi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คือ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khuue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is (identity)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who someone 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khrai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เขาคือใคร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khǎo khuue khrai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who is he/she?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คุณคือ...ใช่ไหม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khun khuue...châi mǎi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you are...right?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Put it together — a mini identity exchange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463040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เขาคือใคร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288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khǎo khuue khrai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203704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who is he/she?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81528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18688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นี่คือ...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584448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nîi khuue...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59352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this is...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37176"/>
            <a:ext cx="7071055" cy="157276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974336"/>
            <a:ext cx="6613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เขามาจากประเทศไทย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5340096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khǎo maa-jàak prà-thêet thai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715000"/>
            <a:ext cx="6613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he/she comes from Thailand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069848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ขอโทษครับ เขาคือใครครับ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298448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khǎaw-thôot khráp khǎo khuue khrai khráp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99616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Excuse me, who is he/she?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116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Friend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84248"/>
            <a:ext cx="58366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นี่คือแอนค่ะ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212848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nîi khuue Anne khâ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414016"/>
            <a:ext cx="583661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This is Anne.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898648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เขามาจากประเทศอะไรครับ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127248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khǎo maa-jàak prà-thêet à-rai khráp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328416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What country is she from?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Friend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813048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เขามาจากประเทศไทยค่ะ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041648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khǎo maa-jàak prà-thêet thai khâ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242816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She's from Thailand.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548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727448"/>
            <a:ext cx="8823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คนไทยใช่ไหมครับ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956048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khon thai châi mǎi khráp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157216"/>
            <a:ext cx="8823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A Thai person, right?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56362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856232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How do you say I if you are male? ผม (phǒm).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276856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85416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How do you say this is...?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คือ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(khuue)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... (nîi khuue...).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80720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715768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How do you ask who someone is?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คือ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(khuue)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ใคร (khǎo khuue khrai).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333756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246120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How do you confirm someone's identity?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คือ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(khuue)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...ใช่ไหม (khun khuue...châi mǎi).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86791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776472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does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คือ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(khuue)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mean? It connects a person to their identity — 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27448"/>
            <a:ext cx="9692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5111496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5020056"/>
            <a:ext cx="9555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does </a:t>
            </a:r>
            <a:r>
              <a:rPr sz="17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คือ</a:t>
            </a:r>
            <a:r>
              <a:rPr sz="17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(khuue)</a:t>
            </a:r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mean? It connects a person to their identity —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__pip_placeholder__"/>
          <p:cNvSpPr/>
          <p:nvPr/>
        </p:nvSpPr>
        <p:spPr>
          <a:xfrm>
            <a:off x="8351215" y="0"/>
            <a:ext cx="3840480" cy="2880360"/>
          </a:xfrm>
          <a:prstGeom prst="rect">
            <a:avLst/>
          </a:prstGeom>
          <a:solidFill>
            <a:srgbClr val="DBE7EC">
              <a:alpha val="30000"/>
            </a:srgbClr>
          </a:solidFill>
          <a:ln w="19050">
            <a:solidFill>
              <a:srgbClr val="355C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355C7D"/>
                </a:solidFill>
                <a:latin typeface="Sarabun"/>
              </a:rPr>
              <a:t>Nine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70710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70710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746504"/>
            <a:ext cx="670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39112"/>
            <a:ext cx="6568135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You can now say I, you, he/she, point to someone and say who they are, and ask who someone is.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660904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569464"/>
            <a:ext cx="6568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